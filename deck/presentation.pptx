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task: no outcome labels, so the system must explain why escalations, refunds and churn happen,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question like 'why are escalations happening' is about a population of calls. Similar-call lookup gives anecdotes; we compare groups, attribute to turns, then let the LLM narrate.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were verified against the real dataset. The domain field is constant, so we never filter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stages run once; the GPU is only needed for the labeling zero-shot pass and turn features. Online stages run per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5 finds what differs; stage 6 finds which turns drive it. The classifier deliberately excludes call length and supervisor counts, which are label proxies.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structured LLM call classifies the message and extracts the delta. The 30-call floor also applies to narrow refinements.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honesty: silver labels, statistical association, insufficient-data handling, and cited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Rationale Extraction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06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escalations, refunds and churn happen? Evidence-backed answers from call transcripts.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61188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2263A"/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611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48840" y="361188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2263A"/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3611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361188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12263A"/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3611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Agentic division hackathon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retrieval. Analysis.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retrieval chatbot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similar calls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anecdotes, not patterns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model invent the cause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507492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system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074920" y="18288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 population of calls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it with a control group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the finding to turns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Narrates only that evidence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language model is a writer, not the source of the causal claim.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data, and what we fixed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1325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19,618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calls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937760" y="1325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686,761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turns, 35 per call on average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2788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6.79%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with non-standard speaker labels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26517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937760" y="27889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3429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'domain' field, excluded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calls under 3 turns dropped. Leaked summary turns stripped. Unresolved speaker roles flagged, not guessed.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stages, two halves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run once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" y="1572768"/>
            <a:ext cx="310896" cy="31089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9264" y="1554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99339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meta turns, resolve speaker roles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4630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70048" y="1572768"/>
            <a:ext cx="310896" cy="31089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70048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072384" y="1554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70048" y="199339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labels from three signals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14630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73168" y="1572768"/>
            <a:ext cx="310896" cy="31089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73168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175504" y="1554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73168" y="199339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emotion pass first, dialogue acts on negative turns only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66560" y="14630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76288" y="1572768"/>
            <a:ext cx="310896" cy="31089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76288" y="1572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278624" y="1554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76288" y="199339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 calls embedded in ChromaDB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per question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32918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66928" y="3401568"/>
            <a:ext cx="310896" cy="31089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6692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69264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82219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outcome and intent filter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560320" y="32918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670048" y="3401568"/>
            <a:ext cx="310896" cy="31089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67004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3072384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2670048" y="382219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vs control, tests, effect size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663440" y="32918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73168" y="3401568"/>
            <a:ext cx="310896" cy="31089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77316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5175504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773168" y="382219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Leave-one-turn-out ablation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766560" y="32918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876288" y="3401568"/>
            <a:ext cx="310896" cy="31089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87628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7278624" y="3383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6876288" y="3822192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from the evidence only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 engine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325880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3258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comparison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745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calls vs the rest, intent-matched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or chi-square per feature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effect size and significance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 calls: reports insufficient data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25880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13258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attribution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8745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each turn, re-score the call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calls across the probability range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length and supervisor counts excluded as label proxies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turn vs random turn: Wilcoxon test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Follow-ups that stay grounded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371600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new constraint and re-run stages 4 to 7. Re-attribute only if group size moves over 20%.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371600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 down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recompute. Serve more cited turns from the evidence already computed.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18872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DE3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09360" y="1371600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topic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22860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filter, factors and evidence. History kept for the audit trail only.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capped to query, one-line summary and timestamp per turn.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and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labels, not ground truth: findings are 'associated with', never 'causes'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 calls, the system says so instead of guessing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cites a call and turn; the model sees only the evidence bundle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is checked against random-turn masking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303520" y="1188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run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2057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2532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with evidence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303520" y="2926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insufficient-data cases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3794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0.0893 vs 0.0052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4270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vs random turn drop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Rationale Extraction System</dc:title>
  <dc:subject>PptxGenJS Presentation</dc:subject>
  <dc:creator>Anonymous</dc:creator>
  <cp:lastModifiedBy>Anonymous</cp:lastModifiedBy>
  <cp:revision>1</cp:revision>
  <dcterms:created xsi:type="dcterms:W3CDTF">2026-09-30T17:02:57Z</dcterms:created>
  <dcterms:modified xsi:type="dcterms:W3CDTF">2026-09-30T17:02:57Z</dcterms:modified>
</cp:coreProperties>
</file>